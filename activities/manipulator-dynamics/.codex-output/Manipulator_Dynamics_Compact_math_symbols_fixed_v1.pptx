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Relationships xmlns="http://schemas.openxmlformats.org/package/2006/relationships"><Relationship Id="rIdChartSnapshot1" Type="http://schemas.openxmlformats.org/officeDocument/2006/relationships/package" Target="../embeddings/chart-data-snapshot-002.xlsx"/></Relationships>
</file>

<file path=ppt/charts/_rels/chart2.xml.rels><Relationships xmlns="http://schemas.openxmlformats.org/package/2006/relationships"><Relationship Id="rIdChartSnapshot1" Type="http://schemas.openxmlformats.org/officeDocument/2006/relationships/package" Target="../embeddings/chart-data-snapshot-003.xlsx"/></Relationships>
</file>

<file path=ppt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(N·m)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</a:t>
                </a:r>
                <a:r>
                  <a:rPr i="1">
                    <a:latin typeface="Cambria Math"/>
                  </a:rPr>
                  <a:t>s = t/T</a:t>
                </a:r>
                <a:r>
                  <a:rPr i="1" baseline="-25000">
                    <a:latin typeface="Cambria Math"/>
                  </a:rPr>
                  <a:t>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and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       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</a:t>
            </a:r>
            <a:r>
              <a:rPr sz="172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L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74155"/>
            <a:ext cx="10715625" cy="9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Iθ̈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acceleration torque       </a:t>
            </a:r>
            <a:r>
              <a:rPr lang="fr-F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bθ̇</a:t>
            </a: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s-E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s-E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 and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</a:t>
            </a:r>
            <a:r>
              <a:rPr sz="1875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2 kg,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0.3 m,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11282"/>
            <a:ext cx="10715625" cy="90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</a:t>
            </a:r>
            <a:r>
              <a:rPr lang="nn-NO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nn-NO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b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(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gL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) </a:t>
            </a:r>
            <a:r>
              <a:rPr lang="en-US" sz="2100" b="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sin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025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ℒ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−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V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Δ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h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1950" b="1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950" b="1" i="1" baseline="-25000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endParaRPr sz="1950" b="1" i="1" baseline="-25000">
              <a:solidFill>
                <a:srgbClr val="17324D"/>
              </a:solidFill>
              <a:latin typeface="Cambria Math" panose="02040503050406030204" pitchFamily="18" charset="0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17324D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 i="1">
                <a:solidFill>
                  <a:srgbClr val="596A7B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</a:t>
            </a:r>
            <a:r>
              <a:rPr lang="en-US" sz="18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r</a:t>
            </a:r>
            <a:r>
              <a:rPr lang="en-US" sz="18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I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kg·m²,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mgr꜀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30° with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and </a:t>
            </a:r>
            <a:r>
              <a:rPr lang="en-US" sz="2175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τ</a:t>
            </a: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</a:t>
            </a:r>
            <a:r>
              <a:rPr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10751"/>
            <a:ext cx="10715625" cy="13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 to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π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725895"/>
            <a:ext cx="10715625" cy="1072584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</a:t>
            </a:r>
            <a:r>
              <a:rPr lang="en-US" sz="210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T</a:t>
            </a:r>
            <a:r>
              <a:rPr lang="en-US" sz="2100" b="0" i="1" baseline="-25000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46208"/>
            <a:ext cx="10715625" cy="83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θ̇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|</a:t>
            </a:r>
            <a:r>
              <a:rPr lang="en-US" sz="2250" b="0" i="1">
                <a:solidFill>
                  <a:srgbClr val="25364A"/>
                </a:solidFill>
                <a:latin typeface="Cambria Math" panose="02040503050406030204" pitchFamily="18" charset="0"/>
                <a:ea typeface="Aptos"/>
                <a:cs typeface="Aptos"/>
              </a:rPr>
              <a:t>θ̈</a:t>
            </a: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endParaRPr lang="en-US"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N·m at the final hold.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Aptos</vt:lpstr>
      <vt:lpstr>Cambria Math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5</cp:revision>
  <dcterms:created xsi:type="dcterms:W3CDTF">2026-10-14T01:12:54Z</dcterms:created>
  <dcterms:modified xsi:type="dcterms:W3CDTF">2026-10-14T11:21:46Z</dcterms:modified>
</cp:coreProperties>
</file>