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15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B349-2C0C-3C1B-6607-551F84E94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E44EC-4772-E6BD-CC10-D397B6514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F0A91-3C49-FD11-4200-C51E0B827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1F20A-6573-F773-D150-1BD99F62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8E7F-C652-AE60-3804-CC7D0EED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1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CDD23-4E8F-0BA2-4DBE-8E94EF336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B6E46-8868-570B-4191-45101E943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3D7D6-338A-4984-158A-E143E2A88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58BFC-729B-54A4-6533-81DABC6F6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E343D-EDD2-FCF7-C539-3E6B1134F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941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23D0-D01B-02E6-8FC3-3F5C696BB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2037C-0F4E-CD05-92B7-196B6189B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5B34D-3AAF-D0EB-C355-D4FAE9479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82B36-7F04-EFFF-BC11-9732E9BC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01E66-F583-A978-7F75-6AF802F6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95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9890-37BE-7163-310B-C739AD9C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E60FD-3699-873B-30FD-6E6B063C6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769B1-3C26-5786-0348-9C2313C15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2417A-A022-D791-D6DB-6030BB51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C5240-9038-1375-1EE6-65DC755D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93245-E016-92F4-02BA-21D98A37E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6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38DC3-4118-584A-6B36-674CF6E06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58DC3-E869-7504-A750-21A3F5152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4BD13-5933-516E-68B9-655CA037A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D3ED3-691F-C1CB-18B0-477406474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35231-1FEC-E4D7-6496-FEA53C2C0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B00EE-414E-EAEF-BB1B-BC5EF071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9B1B20-9E72-B8EE-462A-6F6EECB3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255F19-FDA5-F9A9-AB88-2CC9B853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5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37BA8-8CF7-96FC-99B6-138A2B89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E7CD88-0444-50E3-2EBC-DC161429F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FF749-1977-54C6-59D4-8B57755B3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86323-A2DF-F908-9818-010331DBD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19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C0E0C9-DCFC-F045-9230-468CC4F56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6E0071-DEE3-7674-C3DF-CFC71F00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902A8-91F1-1C88-B257-209E8B2C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46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7C86-8CC5-E409-F6BA-FE9CBE8D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907F7-F011-48D0-0775-9062BCD49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D9648-933A-8FEA-AFE4-DB5701CE9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4B16B-80D5-6BDD-02E3-D7CEE9169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F7EBF-9CC6-AFA2-8365-099C3423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0A20A-CC82-FF4F-26B6-1C456FE1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8CB73-E772-0505-1C00-7565CC41A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AA95D-A971-EAD3-0349-F35CB31ABE8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16C4E-0B8E-0B95-1979-DAC526C2B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B29135-91D9-43E6-09AB-68A8E5D70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FDB3FC-FDCD-1493-C530-32CF3165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A61C3-B84B-527D-9CE3-0350D7A48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53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CE03-E1B8-7B10-2199-F6192D4B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44005-A079-4AD7-903A-EE3CC3810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C1F73-F45F-EDB2-8ACB-A1BF0ECD1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98F3D-3227-BC16-282F-12ED8B8C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03346-E325-CB42-9C71-0D3E4D74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0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39B52-D108-0F4E-CA37-008D6BD41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E3F19-DD8F-ACC2-3B2D-03E54C08C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84EFE-571F-32DE-CAEE-70474E50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A6B2E-53E3-8906-C312-0F172D3E4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4FAA9-1D9C-36FD-B61B-5C370140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3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4D051D-3289-DED3-8738-FF66FB524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B99CC-F97A-D784-F9A2-6610CF34D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BD1F3-9AC4-6BC1-99BC-2752CBE05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E4A89-5722-42A0-97A7-789C12331231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637B4-4714-B2C2-28FA-C001109B4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401FE-6C68-DA25-4C10-377BC2822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466F6-5929-4EFA-BC13-408D9A2A25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2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2FF023-8276-4B70-66A7-55899A67B2F1}"/>
                  </a:ext>
                </a:extLst>
              </p:cNvPr>
              <p:cNvSpPr txBox="1"/>
              <p:nvPr/>
            </p:nvSpPr>
            <p:spPr>
              <a:xfrm>
                <a:off x="761999" y="1523999"/>
                <a:ext cx="10160000" cy="1270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new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̈ + 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̇ + (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mgr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gL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</a:rPr>
                        <m:t>θ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2FF023-8276-4B70-66A7-55899A67B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99" y="1523999"/>
                <a:ext cx="10160000" cy="1270000"/>
              </a:xfrm>
              <a:prstGeom prst="rect">
                <a:avLst/>
              </a:prstGeom>
              <a:blipFill>
                <a:blip r:embed="rId2"/>
                <a:stretch>
                  <a:fillRect t="-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759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 Ngo</dc:creator>
  <cp:lastModifiedBy>Hoan Ngo</cp:lastModifiedBy>
  <cp:revision>1</cp:revision>
  <dcterms:created xsi:type="dcterms:W3CDTF">2026-10-14T11:28:56Z</dcterms:created>
  <dcterms:modified xsi:type="dcterms:W3CDTF">2026-10-14T11:28:56Z</dcterms:modified>
</cp:coreProperties>
</file>