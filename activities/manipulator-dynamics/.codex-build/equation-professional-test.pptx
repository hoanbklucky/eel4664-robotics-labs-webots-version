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5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466C-2748-340C-A926-A9F1DFA77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89696-5257-048C-DDF5-D6C8D32D5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744C9-46E2-2F27-BFE9-3EBF8DD5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B200F-9E82-6712-A2F2-2BFCA5AB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30407-306B-FDC8-192B-9199E5CF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4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89E3-8BBB-9074-4981-A661005C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DC94-12F9-9F1C-7CE4-F89231761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9EDA6-B0B8-3F4C-E4FC-0911DB29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907C1-B15A-D381-8F54-03155926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FEC52-2500-31EA-7632-FD4D7188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7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D491-A99A-7256-6FB9-3C49A684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97FAC-A820-F74D-1EF0-D89F19C0D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0433B-0C52-8B47-9456-085F37B0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AB5C2-C256-4FE0-AD5A-16ACF8C1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F2DA6-710B-13F9-9F1B-C66E6916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5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8107-8B94-8B5B-C7D6-4AEEDD31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8E90-E242-2A45-1F56-9FBB3E101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DED77-479F-52A9-B0C3-933954D9C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CD381-E236-61E3-EF3C-67A53182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AB022-7526-8084-9172-E21AFAB1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1A6ED-E966-4566-54B4-B6431B5D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1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6C6C-6B9C-9830-84F2-3C493D46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611F-6FD7-C529-31B1-786300D65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EB151-906B-E498-6CB2-511D2AD46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3085AD-5067-17B6-C1E2-D239905D7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000D2-FF0D-C4A2-9F7D-47684BD0A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DAE6E-12DC-1E84-6A75-EA024182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10265-38EC-6A06-2A25-BB14B4CE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1669B-8F93-D315-5FFB-B5D78D0D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7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2E6F-4D3C-F2F7-BA4F-7120394BC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452F7-F103-2DC2-F27E-F68ABAFC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2E187-0B66-5AB7-9F96-BD9D1780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8454F-F343-B6ED-B2F3-AB9314CE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3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2E432-551D-0C3B-CD28-279AEE0B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A4DFD-A10C-0E0E-0552-EBC1971C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6DEE4-274E-48B1-AF0F-5F608A6A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90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08CD-3FC7-BFD2-3B1A-73BCC60A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30EBF-952C-69EA-9C9E-C21E4DCCA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AB010-9C74-7126-F3BC-09BA9116B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BC44A-35B8-6A39-3F67-FA45D249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23E88-359E-4808-9E22-DFDADFB2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5F710-F2AA-16E9-C55C-522BBF64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6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8D99-D2DB-536E-D3B5-B5FEF06C4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9DA4B-E96C-BDDE-FD91-11CD700A96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84027-72C2-6ECA-B130-7A1D27E56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C6FEE-4EAF-1321-BBF3-E61C967A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B99ED-8A55-66EE-07D1-051DC104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8AED-130B-734B-C92D-470C2906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9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6CC6-EEF3-8639-A628-555A26FA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83FBF-2A80-CEA4-02D4-01F4728B5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F0327-4464-CAEB-E31B-3A708BFF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A98D3-83DF-FF36-E496-18600883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F39F8-E92C-C49E-D775-02C243FF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9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F0626-F06C-0C5E-D5A2-75597E4C9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506D9-541B-B513-30F4-0F0EDB650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498D9-EF20-5C48-E4EF-75B9DE2E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60B62-FFE6-7A20-82CA-5ACE53E8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E5AB-A461-7E71-9BF9-EFECA53D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0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2A94B-7CC5-E95B-D930-5CAA031E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379F2-95D6-163F-D89F-BE7825C8D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8C933-80A4-CCFC-EB9F-D04C0892B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2F021-8555-4EBC-B11B-9D133B51E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7A6E7-8244-6C49-3AE8-4F6DAA963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E000B-71D3-E847-8474-B0E082E7B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9277C-09A7-4CFB-900F-6DA6248B8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79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AE8055-D3E5-4978-3230-0F6D9FAE3C43}"/>
                  </a:ext>
                </a:extLst>
              </p:cNvPr>
              <p:cNvSpPr txBox="1"/>
              <p:nvPr/>
            </p:nvSpPr>
            <p:spPr>
              <a:xfrm>
                <a:off x="508000" y="1523999"/>
                <a:ext cx="11176000" cy="1651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acc>
                            <m:accPr>
                              <m:chr m:val="̈"/>
                              <m:ctrlPr>
                                <a:rPr lang="sv-S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i="1" smtClean="0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e>
                          </m:acc>
                          <m:d>
                            <m:dPr>
                              <m:ctrlPr>
                                <a:rPr lang="sv-S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sv-SE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d>
                        <m:d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sv-SE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  <m:sSub>
                            <m:sSubPr>
                              <m:ctrlPr>
                                <a:rPr lang="sv-S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sv-SE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sv-SE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sv-SE" i="1" smtClean="0">
                              <a:latin typeface="Cambria Math" panose="02040503050406030204" pitchFamily="18" charset="0"/>
                            </a:rPr>
                            <m:t>𝑔𝐿</m:t>
                          </m:r>
                        </m:e>
                      </m:d>
                      <m:r>
                        <a:rPr lang="sv-SE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sv-SE" i="1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AE8055-D3E5-4978-3230-0F6D9FAE3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1523999"/>
                <a:ext cx="11176000" cy="1651000"/>
              </a:xfrm>
              <a:prstGeom prst="rect">
                <a:avLst/>
              </a:prstGeom>
              <a:blipFill>
                <a:blip r:embed="rId2"/>
                <a:stretch>
                  <a:fillRect t="-1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724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 Ngo</dc:creator>
  <cp:lastModifiedBy>Hoan Ngo</cp:lastModifiedBy>
  <cp:revision>1</cp:revision>
  <dcterms:created xsi:type="dcterms:W3CDTF">2026-10-14T11:29:41Z</dcterms:created>
  <dcterms:modified xsi:type="dcterms:W3CDTF">2026-10-14T11:29:41Z</dcterms:modified>
</cp:coreProperties>
</file>