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FE-40CC-B4A6-F0CD53CE9831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8FE-40CC-B4A6-F0CD53CE98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1A4-4430-AB64-3EF5CA03DB0A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1A4-4430-AB64-3EF5CA03D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s = t/Tf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Iθ̈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acceleration torque       </a:t>
            </a: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bθ̇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(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) </a:t>
            </a:r>
            <a:r>
              <a:rPr lang="en-U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 with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and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</a:t>
            </a: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</a:t>
            </a: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4</cp:revision>
  <dcterms:created xsi:type="dcterms:W3CDTF">2026-10-14T01:12:54Z</dcterms:created>
  <dcterms:modified xsi:type="dcterms:W3CDTF">2026-10-14T11:20:14Z</dcterms:modified>
</cp:coreProperties>
</file>