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1C9-4060-9C91-8871137D5EDC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1C9-4060-9C91-8871137D5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C7C-482A-AE2F-C11B063C08AD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C7C-482A-AE2F-C11B063C0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/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̈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blipFill>
                <a:blip r:embed="rId4"/>
                <a:stretch>
                  <a:fillRect l="-16923" t="-12727" r="-36923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CDB11F-1019-E75B-88EF-5FF5BF0BCF36}"/>
              </a:ext>
            </a:extLst>
          </p:cNvPr>
          <p:cNvSpPr txBox="1"/>
          <p:nvPr/>
        </p:nvSpPr>
        <p:spPr>
          <a:xfrm>
            <a:off x="1498600" y="3143250"/>
            <a:ext cx="2270493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/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blipFill>
                <a:blip r:embed="rId5"/>
                <a:stretch>
                  <a:fillRect l="-15278" t="-12500" r="-694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E63B608-B407-9703-8A04-3B4C587EA596}"/>
              </a:ext>
            </a:extLst>
          </p:cNvPr>
          <p:cNvSpPr txBox="1"/>
          <p:nvPr/>
        </p:nvSpPr>
        <p:spPr>
          <a:xfrm>
            <a:off x="4508500" y="3143250"/>
            <a:ext cx="2625527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AC405-A44C-D483-A81E-499DB076AB71}"/>
              </a:ext>
            </a:extLst>
          </p:cNvPr>
          <p:cNvSpPr txBox="1"/>
          <p:nvPr/>
        </p:nvSpPr>
        <p:spPr>
          <a:xfrm>
            <a:off x="742950" y="2057400"/>
            <a:ext cx="25462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/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acc>
                        <m:accPr>
                          <m:chr m:val="̈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blipFill>
                <a:blip r:embed="rId3"/>
                <a:stretch>
                  <a:fillRect l="-1748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373CDD8-8B1B-74FD-6778-656D71B7FAFA}"/>
              </a:ext>
            </a:extLst>
          </p:cNvPr>
          <p:cNvSpPr txBox="1"/>
          <p:nvPr/>
        </p:nvSpPr>
        <p:spPr>
          <a:xfrm>
            <a:off x="4279900" y="2057400"/>
            <a:ext cx="385131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2095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/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  <m:acc>
                            <m:accPr>
                              <m:chr m:val="̈"/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func>
                        <m:funcPr>
                          <m:ctrl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blipFill>
                <a:blip r:embed="rId4"/>
                <a:stretch>
                  <a:fillRect l="-393" t="-806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8028A-BBFA-B0EF-861F-4668189D2813}"/>
              </a:ext>
            </a:extLst>
          </p:cNvPr>
          <p:cNvSpPr txBox="1"/>
          <p:nvPr/>
        </p:nvSpPr>
        <p:spPr>
          <a:xfrm>
            <a:off x="742950" y="2057400"/>
            <a:ext cx="153407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with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/>
              <p:nvPr/>
            </p:nvSpPr>
            <p:spPr>
              <a:xfrm>
                <a:off x="1968500" y="1968500"/>
                <a:ext cx="2850204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500" y="1968500"/>
                <a:ext cx="2850204" cy="376321"/>
              </a:xfrm>
              <a:prstGeom prst="rect">
                <a:avLst/>
              </a:prstGeom>
              <a:blipFill>
                <a:blip r:embed="rId3"/>
                <a:stretch>
                  <a:fillRect l="-1927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3D1090F-B4F3-EC6B-554B-92D55F93D20F}"/>
              </a:ext>
            </a:extLst>
          </p:cNvPr>
          <p:cNvSpPr txBox="1"/>
          <p:nvPr/>
        </p:nvSpPr>
        <p:spPr>
          <a:xfrm>
            <a:off x="4902200" y="2057400"/>
            <a:ext cx="332565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79FE7-B64B-A8AE-574D-497539577B2F}"/>
              </a:ext>
            </a:extLst>
          </p:cNvPr>
          <p:cNvSpPr txBox="1"/>
          <p:nvPr/>
        </p:nvSpPr>
        <p:spPr>
          <a:xfrm>
            <a:off x="742950" y="2667000"/>
            <a:ext cx="1505220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/>
              <p:nvPr/>
            </p:nvSpPr>
            <p:spPr>
              <a:xfrm>
                <a:off x="2159000" y="2565400"/>
                <a:ext cx="1460977" cy="41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5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565400"/>
                <a:ext cx="1460977" cy="416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D128EF-2F20-5254-EA55-C1D8761E6BF6}"/>
              </a:ext>
            </a:extLst>
          </p:cNvPr>
          <p:cNvSpPr txBox="1"/>
          <p:nvPr/>
        </p:nvSpPr>
        <p:spPr>
          <a:xfrm>
            <a:off x="3810000" y="2667000"/>
            <a:ext cx="3860416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DocSecurity>0</DocSecurity>
  <PresentationFormat>Widescreen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2026-10-14T11:34:13Z</dcterms:modified>
</cp:coreProperties>
</file>