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EEE41C-64CE-3C59-E941-01156944AD43}"/>
                  </a:ext>
                </a:extLst>
              </p:cNvPr>
              <p:cNvSpPr txBox="1"/>
              <p:nvPr/>
            </p:nvSpPr>
            <p:spPr>
              <a:xfrm>
                <a:off x="742950" y="3060700"/>
                <a:ext cx="823687" cy="341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̈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EEE41C-64CE-3C59-E941-01156944A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3060700"/>
                <a:ext cx="823687" cy="341888"/>
              </a:xfrm>
              <a:prstGeom prst="rect">
                <a:avLst/>
              </a:prstGeom>
              <a:blipFill>
                <a:blip r:embed="rId4"/>
                <a:stretch>
                  <a:fillRect l="-8148" t="-12500" r="-17037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9024ACC-CA1F-059C-FE50-374E9118C55A}"/>
              </a:ext>
            </a:extLst>
          </p:cNvPr>
          <p:cNvSpPr txBox="1"/>
          <p:nvPr/>
        </p:nvSpPr>
        <p:spPr>
          <a:xfrm>
            <a:off x="3822700" y="3060700"/>
            <a:ext cx="6985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acceleration torque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EF41D-5C94-F181-02B9-93151A383A12}"/>
              </a:ext>
            </a:extLst>
          </p:cNvPr>
          <p:cNvSpPr txBox="1"/>
          <p:nvPr/>
        </p:nvSpPr>
        <p:spPr>
          <a:xfrm>
            <a:off x="4521200" y="3143250"/>
            <a:ext cx="292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viscous-friction torque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6263F-E4BD-7539-11AB-A59682073D29}"/>
              </a:ext>
            </a:extLst>
          </p:cNvPr>
          <p:cNvSpPr txBox="1"/>
          <p:nvPr/>
        </p:nvSpPr>
        <p:spPr>
          <a:xfrm>
            <a:off x="742950" y="2057400"/>
            <a:ext cx="3175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5D2F30-C669-1DCC-B745-3F9E6DE6F091}"/>
                  </a:ext>
                </a:extLst>
              </p:cNvPr>
              <p:cNvSpPr txBox="1"/>
              <p:nvPr/>
            </p:nvSpPr>
            <p:spPr>
              <a:xfrm>
                <a:off x="1054099" y="1968499"/>
                <a:ext cx="3137718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acc>
                        <m:accPr>
                          <m:chr m:val="̈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5D2F30-C669-1DCC-B745-3F9E6DE6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99" y="1968499"/>
                <a:ext cx="3137718" cy="376321"/>
              </a:xfrm>
              <a:prstGeom prst="rect">
                <a:avLst/>
              </a:prstGeom>
              <a:blipFill>
                <a:blip r:embed="rId3"/>
                <a:stretch>
                  <a:fillRect l="-1748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61E44A9-B12F-A1F9-13E9-7C677CE8BF0F}"/>
              </a:ext>
            </a:extLst>
          </p:cNvPr>
          <p:cNvSpPr txBox="1"/>
          <p:nvPr/>
        </p:nvSpPr>
        <p:spPr>
          <a:xfrm>
            <a:off x="4724400" y="2057400"/>
            <a:ext cx="4953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what holding torque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968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C28BB1-11E3-69DC-9A9F-D2574FF7921E}"/>
                  </a:ext>
                </a:extLst>
              </p:cNvPr>
              <p:cNvSpPr txBox="1"/>
              <p:nvPr/>
            </p:nvSpPr>
            <p:spPr>
              <a:xfrm>
                <a:off x="2793999" y="4749799"/>
                <a:ext cx="4652940" cy="37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𝑛𝑒</m:t>
                          </m:r>
                          <m:acc>
                            <m:accPr>
                              <m:chr m:val="̈"/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𝑚𝑔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𝑔𝐿</m:t>
                          </m:r>
                        </m:e>
                      </m:d>
                      <m:func>
                        <m:funcPr>
                          <m:ctrl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C28BB1-11E3-69DC-9A9F-D2574FF7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999" y="4749799"/>
                <a:ext cx="4652940" cy="374205"/>
              </a:xfrm>
              <a:prstGeom prst="rect">
                <a:avLst/>
              </a:prstGeom>
              <a:blipFill>
                <a:blip r:embed="rId4"/>
                <a:stretch>
                  <a:fillRect l="-393" t="-806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6AC52-ACFA-5A16-4422-AA84DD287B16}"/>
              </a:ext>
            </a:extLst>
          </p:cNvPr>
          <p:cNvSpPr txBox="1"/>
          <p:nvPr/>
        </p:nvSpPr>
        <p:spPr>
          <a:xfrm>
            <a:off x="742950" y="2057400"/>
            <a:ext cx="1143000" cy="6694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Release from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54E06B-3152-A9EE-4FD5-53612CB2E5A5}"/>
                  </a:ext>
                </a:extLst>
              </p:cNvPr>
              <p:cNvSpPr txBox="1"/>
              <p:nvPr/>
            </p:nvSpPr>
            <p:spPr>
              <a:xfrm>
                <a:off x="1841499" y="1968499"/>
                <a:ext cx="2850204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54E06B-3152-A9EE-4FD5-53612CB2E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99" y="1968499"/>
                <a:ext cx="2850204" cy="376321"/>
              </a:xfrm>
              <a:prstGeom prst="rect">
                <a:avLst/>
              </a:prstGeom>
              <a:blipFill>
                <a:blip r:embed="rId3"/>
                <a:stretch>
                  <a:fillRect l="-1923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D3D918F-E7B9-A9CE-EBDE-C85FDD34D7F8}"/>
              </a:ext>
            </a:extLst>
          </p:cNvPr>
          <p:cNvSpPr txBox="1"/>
          <p:nvPr/>
        </p:nvSpPr>
        <p:spPr>
          <a:xfrm>
            <a:off x="5067300" y="2057400"/>
            <a:ext cx="4191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Find the initial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DB30F-8A5C-F403-A7FD-409D35AB2AA6}"/>
              </a:ext>
            </a:extLst>
          </p:cNvPr>
          <p:cNvSpPr txBox="1"/>
          <p:nvPr/>
        </p:nvSpPr>
        <p:spPr>
          <a:xfrm>
            <a:off x="742950" y="2667000"/>
            <a:ext cx="127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Report peak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440405-75E5-7EE7-5130-F65ABC732CED}"/>
                  </a:ext>
                </a:extLst>
              </p:cNvPr>
              <p:cNvSpPr txBox="1"/>
              <p:nvPr/>
            </p:nvSpPr>
            <p:spPr>
              <a:xfrm>
                <a:off x="1968500" y="2565399"/>
                <a:ext cx="1460977" cy="416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5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440405-75E5-7EE7-5130-F65ABC732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500" y="2565399"/>
                <a:ext cx="1460977" cy="416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2AC04AC-B42A-CF46-91F3-B65AEAB53432}"/>
              </a:ext>
            </a:extLst>
          </p:cNvPr>
          <p:cNvSpPr txBox="1"/>
          <p:nvPr/>
        </p:nvSpPr>
        <p:spPr>
          <a:xfrm>
            <a:off x="3937000" y="2667000"/>
            <a:ext cx="6350000" cy="3462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inertial torque and total torque.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Office PowerPoint</Application>
  <DocSecurity>0</DocSecurity>
  <PresentationFormat>Widescreen</PresentationFormat>
  <Paragraphs>194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6</cp:revision>
  <dcterms:created xsi:type="dcterms:W3CDTF">2026-10-14T01:12:54Z</dcterms:created>
  <dcterms:modified xsi:type="dcterms:W3CDTF">2026-10-14T11:32:18Z</dcterms:modified>
</cp:coreProperties>
</file>