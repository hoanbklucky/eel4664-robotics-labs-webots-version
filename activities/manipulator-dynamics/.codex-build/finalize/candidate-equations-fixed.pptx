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2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4030fb41ef486c" /><Relationship Type="http://schemas.openxmlformats.org/officeDocument/2006/relationships/extended-properties" Target="/docProps/app.xml" Id="Rf4608ac6c4b745c6" /><Relationship Type="http://schemas.openxmlformats.org/officeDocument/2006/relationships/officeDocument" Target="/ppt/presentation.xml" Id="Rbad3e4e5be5c4f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30caf74893454d"/>
  </p:sldMasterIdLst>
  <p:notesMasterIdLst>
    <p:notesMasterId xmlns:r="http://schemas.openxmlformats.org/officeDocument/2006/relationships" r:id="Rab9aa1d8d37d4c17"/>
  </p:notesMasterIdLst>
  <p:sldIdLst>
    <p:sldId xmlns:r="http://schemas.openxmlformats.org/officeDocument/2006/relationships" id="256" r:id="Rd9363be85f1c403d"/>
    <p:sldId xmlns:r="http://schemas.openxmlformats.org/officeDocument/2006/relationships" id="257" r:id="Rd67036b5ab874824"/>
    <p:sldId xmlns:r="http://schemas.openxmlformats.org/officeDocument/2006/relationships" id="258" r:id="R1c297a1f8a2e4996"/>
    <p:sldId xmlns:r="http://schemas.openxmlformats.org/officeDocument/2006/relationships" id="259" r:id="Raacf1a5f463f4fe0"/>
    <p:sldId xmlns:r="http://schemas.openxmlformats.org/officeDocument/2006/relationships" id="260" r:id="R2ba8fd401f164b40"/>
    <p:sldId xmlns:r="http://schemas.openxmlformats.org/officeDocument/2006/relationships" id="261" r:id="Rc8f4758a671b4ab8"/>
    <p:sldId xmlns:r="http://schemas.openxmlformats.org/officeDocument/2006/relationships" id="262" r:id="R510de51bdb0e44e4"/>
    <p:sldId xmlns:r="http://schemas.openxmlformats.org/officeDocument/2006/relationships" id="263" r:id="R986f990b9d7f41b5"/>
    <p:sldId xmlns:r="http://schemas.openxmlformats.org/officeDocument/2006/relationships" id="264" r:id="R9b70d53174e74db9"/>
    <p:sldId xmlns:r="http://schemas.openxmlformats.org/officeDocument/2006/relationships" id="265" r:id="Rb3bbe6c9f8c64f62"/>
    <p:sldId xmlns:r="http://schemas.openxmlformats.org/officeDocument/2006/relationships" id="266" r:id="R25702afb6f224b96"/>
    <p:sldId xmlns:r="http://schemas.openxmlformats.org/officeDocument/2006/relationships" id="267" r:id="Rc05cd11fb8d543cc"/>
    <p:sldId xmlns:r="http://schemas.openxmlformats.org/officeDocument/2006/relationships" id="268" r:id="R31d57f731d8643b7"/>
    <p:sldId xmlns:r="http://schemas.openxmlformats.org/officeDocument/2006/relationships" id="269" r:id="R4c0d50dd148a4551"/>
    <p:sldId xmlns:r="http://schemas.openxmlformats.org/officeDocument/2006/relationships" id="270" r:id="R297ec546d1504bec"/>
    <p:sldId xmlns:r="http://schemas.openxmlformats.org/officeDocument/2006/relationships" id="271" r:id="R78a0f8cc863f46af"/>
    <p:sldId xmlns:r="http://schemas.openxmlformats.org/officeDocument/2006/relationships" id="272" r:id="R7888bed212da4951"/>
    <p:sldId xmlns:r="http://schemas.openxmlformats.org/officeDocument/2006/relationships" id="273" r:id="R7c43bf0f8d104a8c"/>
    <p:sldId xmlns:r="http://schemas.openxmlformats.org/officeDocument/2006/relationships" id="274" r:id="R784c3a9909a1488a"/>
    <p:sldId xmlns:r="http://schemas.openxmlformats.org/officeDocument/2006/relationships" id="275" r:id="R155515fbee5a42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99b342e7a48cc" /><Relationship Type="http://schemas.openxmlformats.org/officeDocument/2006/relationships/slideMaster" Target="/ppt/slideMasters/slideMaster1.xml" Id="R7830caf74893454d" /><Relationship Type="http://schemas.openxmlformats.org/officeDocument/2006/relationships/notesMaster" Target="/ppt/notesMasters/notesMaster1.xml" Id="Rab9aa1d8d37d4c17" /><Relationship Type="http://schemas.openxmlformats.org/officeDocument/2006/relationships/presProps" Target="/ppt/presProps.xml" Id="R8d0cd844b3b9466b" /><Relationship Type="http://schemas.openxmlformats.org/officeDocument/2006/relationships/tableStyles" Target="/ppt/tableStyles.xml" Id="R6ba884a7c6874bac" /><Relationship Type="http://schemas.openxmlformats.org/officeDocument/2006/relationships/slide" Target="/ppt/slides/slide1.xml" Id="Rd9363be85f1c403d" /><Relationship Type="http://schemas.openxmlformats.org/officeDocument/2006/relationships/slide" Target="/ppt/slides/slide2.xml" Id="Rd67036b5ab874824" /><Relationship Type="http://schemas.openxmlformats.org/officeDocument/2006/relationships/slide" Target="/ppt/slides/slide3.xml" Id="R1c297a1f8a2e4996" /><Relationship Type="http://schemas.openxmlformats.org/officeDocument/2006/relationships/slide" Target="/ppt/slides/slide4.xml" Id="Raacf1a5f463f4fe0" /><Relationship Type="http://schemas.openxmlformats.org/officeDocument/2006/relationships/slide" Target="/ppt/slides/slide5.xml" Id="R2ba8fd401f164b40" /><Relationship Type="http://schemas.openxmlformats.org/officeDocument/2006/relationships/slide" Target="/ppt/slides/slide6.xml" Id="Rc8f4758a671b4ab8" /><Relationship Type="http://schemas.openxmlformats.org/officeDocument/2006/relationships/slide" Target="/ppt/slides/slide7.xml" Id="R510de51bdb0e44e4" /><Relationship Type="http://schemas.openxmlformats.org/officeDocument/2006/relationships/slide" Target="/ppt/slides/slide8.xml" Id="R986f990b9d7f41b5" /><Relationship Type="http://schemas.openxmlformats.org/officeDocument/2006/relationships/slide" Target="/ppt/slides/slide9.xml" Id="R9b70d53174e74db9" /><Relationship Type="http://schemas.openxmlformats.org/officeDocument/2006/relationships/slide" Target="/ppt/slides/slide10.xml" Id="Rb3bbe6c9f8c64f62" /><Relationship Type="http://schemas.openxmlformats.org/officeDocument/2006/relationships/slide" Target="/ppt/slides/slide11.xml" Id="R25702afb6f224b96" /><Relationship Type="http://schemas.openxmlformats.org/officeDocument/2006/relationships/slide" Target="/ppt/slides/slide12.xml" Id="Rc05cd11fb8d543cc" /><Relationship Type="http://schemas.openxmlformats.org/officeDocument/2006/relationships/slide" Target="/ppt/slides/slide13.xml" Id="R31d57f731d8643b7" /><Relationship Type="http://schemas.openxmlformats.org/officeDocument/2006/relationships/slide" Target="/ppt/slides/slide14.xml" Id="R4c0d50dd148a4551" /><Relationship Type="http://schemas.openxmlformats.org/officeDocument/2006/relationships/slide" Target="/ppt/slides/slide15.xml" Id="R297ec546d1504bec" /><Relationship Type="http://schemas.openxmlformats.org/officeDocument/2006/relationships/slide" Target="/ppt/slides/slide16.xml" Id="R78a0f8cc863f46af" /><Relationship Type="http://schemas.openxmlformats.org/officeDocument/2006/relationships/slide" Target="/ppt/slides/slide17.xml" Id="R7888bed212da4951" /><Relationship Type="http://schemas.openxmlformats.org/officeDocument/2006/relationships/slide" Target="/ppt/slides/slide18.xml" Id="R7c43bf0f8d104a8c" /><Relationship Type="http://schemas.openxmlformats.org/officeDocument/2006/relationships/slide" Target="/ppt/slides/slide19.xml" Id="R784c3a9909a1488a" /><Relationship Type="http://schemas.openxmlformats.org/officeDocument/2006/relationships/slide" Target="/ppt/slides/slide20.xml" Id="R155515fbee5a42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fc9d5ee7714f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548803feb64c9f" /><Relationship Type="http://schemas.openxmlformats.org/officeDocument/2006/relationships/notesMaster" Target="/ppt/notesMasters/notesMaster1.xml" Id="Rd1c7981a03254c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39d06c163246a3" /><Relationship Type="http://schemas.openxmlformats.org/officeDocument/2006/relationships/notesMaster" Target="/ppt/notesMasters/notesMaster1.xml" Id="R75ce9906e98644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9d91ff470d41a7" /><Relationship Type="http://schemas.openxmlformats.org/officeDocument/2006/relationships/notesMaster" Target="/ppt/notesMasters/notesMaster1.xml" Id="Raffad2aa70bd48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90680ac9e34ed3" /><Relationship Type="http://schemas.openxmlformats.org/officeDocument/2006/relationships/notesMaster" Target="/ppt/notesMasters/notesMaster1.xml" Id="Rd9ab32d18dc34c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4f81b41e5b4c84" /><Relationship Type="http://schemas.openxmlformats.org/officeDocument/2006/relationships/notesMaster" Target="/ppt/notesMasters/notesMaster1.xml" Id="R85df83ee0c4449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1c06af75fa4204" /><Relationship Type="http://schemas.openxmlformats.org/officeDocument/2006/relationships/notesMaster" Target="/ppt/notesMasters/notesMaster1.xml" Id="Rd050ab52222049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2bc769cd71471a" /><Relationship Type="http://schemas.openxmlformats.org/officeDocument/2006/relationships/notesMaster" Target="/ppt/notesMasters/notesMaster1.xml" Id="R0dc18af7c20644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7657e68dd24fbc" /><Relationship Type="http://schemas.openxmlformats.org/officeDocument/2006/relationships/notesMaster" Target="/ppt/notesMasters/notesMaster1.xml" Id="R0330da8f34f348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5861efe60e44a1" /><Relationship Type="http://schemas.openxmlformats.org/officeDocument/2006/relationships/notesMaster" Target="/ppt/notesMasters/notesMaster1.xml" Id="Rc69ce1e60ff948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8ab44ccfc7412d" /><Relationship Type="http://schemas.openxmlformats.org/officeDocument/2006/relationships/notesMaster" Target="/ppt/notesMasters/notesMaster1.xml" Id="R0f695d8129a842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0c3221cae94438" /><Relationship Type="http://schemas.openxmlformats.org/officeDocument/2006/relationships/notesMaster" Target="/ppt/notesMasters/notesMaster1.xml" Id="R5083de1c4c7940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63c0e8da6a4393" /><Relationship Type="http://schemas.openxmlformats.org/officeDocument/2006/relationships/notesMaster" Target="/ppt/notesMasters/notesMaster1.xml" Id="Reaa0a1bfec7748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ec948d41c94f56" /><Relationship Type="http://schemas.openxmlformats.org/officeDocument/2006/relationships/notesMaster" Target="/ppt/notesMasters/notesMaster1.xml" Id="R1c48449c95e34b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570305c17d4846" /><Relationship Type="http://schemas.openxmlformats.org/officeDocument/2006/relationships/notesMaster" Target="/ppt/notesMasters/notesMaster1.xml" Id="R00bf4cac879d41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df9b865a9ec4262" /><Relationship Type="http://schemas.openxmlformats.org/officeDocument/2006/relationships/notesMaster" Target="/ppt/notesMasters/notesMaster1.xml" Id="Re39fd2cc872647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29fc687a074da1" /><Relationship Type="http://schemas.openxmlformats.org/officeDocument/2006/relationships/notesMaster" Target="/ppt/notesMasters/notesMaster1.xml" Id="Rc2665ff6cc934e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b751bb02124dae" /><Relationship Type="http://schemas.openxmlformats.org/officeDocument/2006/relationships/notesMaster" Target="/ppt/notesMasters/notesMaster1.xml" Id="R7dc539005850412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1ff45342a1b4a54" /><Relationship Type="http://schemas.openxmlformats.org/officeDocument/2006/relationships/notesMaster" Target="/ppt/notesMasters/notesMaster1.xml" Id="R4820bae5499a4e5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8b3c3772a349c9" /><Relationship Type="http://schemas.openxmlformats.org/officeDocument/2006/relationships/notesMaster" Target="/ppt/notesMasters/notesMaster1.xml" Id="R211b8bbac1a941f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c60f4e95424bed" /><Relationship Type="http://schemas.openxmlformats.org/officeDocument/2006/relationships/notesMaster" Target="/ppt/notesMasters/notesMaster1.xml" Id="R44b24363fa304c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useful show parallel-axis theorem: Ijoint=Icom+m*(L/2)^2. All motion is rigid-body planar rotation.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 xmlns:a="http://schemas.openxmlformats.org/drawingml/2006/main"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Poll Q2. Allow 1–2 minutes for individual calculation. Ask pairs to compare reasoning, then reveal the next slide. Correct answer: B. m*g*rc*sin(30 deg)=3 N m.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each distractor is tempting. m*g*rc*sin(30 deg)=3 N m.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payload as a point mass rigidly attached to the tip. Additional payload rotational inertia about its own COM is neglected.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 xmlns:a="http://schemas.openxmlformats.org/drawingml/2006/main"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zero reference for V is arbitrary. COM height relative to θ=0 is rc*(1-cos θ). Distinguish kinetic-energy symbol T from motion duration Tf used later.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 xmlns:a="http://schemas.openxmlformats.org/drawingml/2006/main"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compare this with F=ma. Knowing torque does not determine angle immediately. The simulator uses RK4 and a small time step.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each distractor is tempting. Acceleration=(0-6*sin(30 deg))/0.24=-12.5 rad/s^2.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each distractor is tempting. For unchanged normalized path, velocity scales as 1/T and acceleration as 1/T^2.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d7dfaf29044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2a98559484e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4227da33f45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f9009df5048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d1e4049e04b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bcccff3b246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050a6990724718" /><Relationship Type="http://schemas.openxmlformats.org/officeDocument/2006/relationships/slideLayout" Target="/ppt/slideLayouts/slideLayout1.xml" Id="R3c3f8b50827b4601" /><Relationship Type="http://schemas.openxmlformats.org/officeDocument/2006/relationships/slideLayout" Target="/ppt/slideLayouts/slideLayout2.xml" Id="R3c4ac8c1230445db" /><Relationship Type="http://schemas.openxmlformats.org/officeDocument/2006/relationships/slideLayout" Target="/ppt/slideLayouts/slideLayout3.xml" Id="R12d4bb39346446ff" /><Relationship Type="http://schemas.openxmlformats.org/officeDocument/2006/relationships/slideLayout" Target="/ppt/slideLayouts/slideLayout4.xml" Id="Raae10ce8e175493c" /><Relationship Type="http://schemas.openxmlformats.org/officeDocument/2006/relationships/slideLayout" Target="/ppt/slideLayouts/slideLayout5.xml" Id="R45bf5340ca524447" /><Relationship Type="http://schemas.openxmlformats.org/officeDocument/2006/relationships/slideLayout" Target="/ppt/slideLayouts/slideLayout6.xml" Id="R197aa495c58541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3f8b50827b4601"/>
    <p:sldLayoutId xmlns:r="http://schemas.openxmlformats.org/officeDocument/2006/relationships" id="2147483650" r:id="R3c4ac8c1230445db"/>
    <p:sldLayoutId xmlns:r="http://schemas.openxmlformats.org/officeDocument/2006/relationships" id="2147483651" r:id="R12d4bb39346446ff"/>
    <p:sldLayoutId xmlns:r="http://schemas.openxmlformats.org/officeDocument/2006/relationships" id="2147483652" r:id="Raae10ce8e175493c"/>
    <p:sldLayoutId xmlns:r="http://schemas.openxmlformats.org/officeDocument/2006/relationships" id="2147483653" r:id="R45bf5340ca524447"/>
    <p:sldLayoutId xmlns:r="http://schemas.openxmlformats.org/officeDocument/2006/relationships" id="2147483654" r:id="R197aa495c58541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9101f597e463e" /><Relationship Type="http://schemas.openxmlformats.org/officeDocument/2006/relationships/notesSlide" Target="/ppt/notesSlides/notesSlide1.xml" Id="R27a3bcc664904e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b5fe2b6d446af" /><Relationship Type="http://schemas.openxmlformats.org/officeDocument/2006/relationships/notesSlide" Target="/ppt/notesSlides/notesSlide2.xml" Id="R1bea5e98f32747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2c643cdb14315" /><Relationship Type="http://schemas.openxmlformats.org/officeDocument/2006/relationships/notesSlide" Target="/ppt/notesSlides/notesSlide3.xml" Id="Re6182243f65b4c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e0318f6fa42c3" /><Relationship Type="http://schemas.openxmlformats.org/officeDocument/2006/relationships/image" Target="/ppt/media/image.png" Id="R367a74bcf07c424e" /><Relationship Type="http://schemas.openxmlformats.org/officeDocument/2006/relationships/image" Target="/ppt/media/image.svg" Id="Raefbc81e53f64632" /><Relationship Type="http://schemas.openxmlformats.org/officeDocument/2006/relationships/notesSlide" Target="/ppt/notesSlides/notesSlide4.xml" Id="R63130100f9994c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fc289528754290" /><Relationship Type="http://schemas.openxmlformats.org/officeDocument/2006/relationships/image" Target="/ppt/media/image2.png" Id="Rb3b51377c26348da" /><Relationship Type="http://schemas.openxmlformats.org/officeDocument/2006/relationships/image" Target="/ppt/media/image2.svg" Id="R38ab973a357445d6" /><Relationship Type="http://schemas.openxmlformats.org/officeDocument/2006/relationships/notesSlide" Target="/ppt/notesSlides/notesSlide5.xml" Id="R253e1b60b71e4e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69187dff3428c" /><Relationship Type="http://schemas.openxmlformats.org/officeDocument/2006/relationships/notesSlide" Target="/ppt/notesSlides/notesSlide6.xml" Id="R8addf8e1ac564d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5ce98a7ab74e8e" /><Relationship Type="http://schemas.openxmlformats.org/officeDocument/2006/relationships/image" Target="/ppt/media/image3.png" Id="Rf640359b6564478d" /><Relationship Type="http://schemas.openxmlformats.org/officeDocument/2006/relationships/image" Target="/ppt/media/image3.svg" Id="R25967f1a34a6400e" /><Relationship Type="http://schemas.openxmlformats.org/officeDocument/2006/relationships/notesSlide" Target="/ppt/notesSlides/notesSlide7.xml" Id="R3868d464506e43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73a995ca34ad6" /><Relationship Type="http://schemas.openxmlformats.org/officeDocument/2006/relationships/image" Target="/ppt/media/image4.png" Id="Rd5ab196fe8c54015" /><Relationship Type="http://schemas.openxmlformats.org/officeDocument/2006/relationships/image" Target="/ppt/media/image4.svg" Id="Rbd6ab92682664e42" /><Relationship Type="http://schemas.openxmlformats.org/officeDocument/2006/relationships/notesSlide" Target="/ppt/notesSlides/notesSlide8.xml" Id="Rd341ef15614046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a98667f810405b" /><Relationship Type="http://schemas.openxmlformats.org/officeDocument/2006/relationships/chart" Target="/ppt/slides/charts/chart1.xml" Id="Rdff7c0b0078746df" /><Relationship Type="http://schemas.openxmlformats.org/officeDocument/2006/relationships/notesSlide" Target="/ppt/notesSlides/notesSlide9.xml" Id="R0288c6c79eae44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be5aba6ba40f6" /><Relationship Type="http://schemas.openxmlformats.org/officeDocument/2006/relationships/image" Target="/ppt/media/image5.png" Id="Rb90da1a37282417f" /><Relationship Type="http://schemas.openxmlformats.org/officeDocument/2006/relationships/image" Target="/ppt/media/image5.svg" Id="R383c0fd1a82f4bc5" /><Relationship Type="http://schemas.openxmlformats.org/officeDocument/2006/relationships/notesSlide" Target="/ppt/notesSlides/notesSlide10.xml" Id="Rf064607f3f6648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1370118314272" /><Relationship Type="http://schemas.openxmlformats.org/officeDocument/2006/relationships/image" Target="/ppt/media/image6.png" Id="R9af46a9b86a840e1" /><Relationship Type="http://schemas.openxmlformats.org/officeDocument/2006/relationships/image" Target="/ppt/media/image6.svg" Id="R599b5b6eff154f68" /><Relationship Type="http://schemas.openxmlformats.org/officeDocument/2006/relationships/image" Target="/ppt/media/image7.png" Id="Rc76f7d0f82504351" /><Relationship Type="http://schemas.openxmlformats.org/officeDocument/2006/relationships/image" Target="/ppt/media/image7.svg" Id="R4e40c0969fdf4b1d" /><Relationship Type="http://schemas.openxmlformats.org/officeDocument/2006/relationships/image" Target="/ppt/media/image8.png" Id="Re5c1dafe079d48a4" /><Relationship Type="http://schemas.openxmlformats.org/officeDocument/2006/relationships/image" Target="/ppt/media/image8.svg" Id="Rb27af2d549cb48b4" /><Relationship Type="http://schemas.openxmlformats.org/officeDocument/2006/relationships/image" Target="/ppt/media/image9.png" Id="Rebfcf80f7af94fd0" /><Relationship Type="http://schemas.openxmlformats.org/officeDocument/2006/relationships/image" Target="/ppt/media/image9.svg" Id="Rebc44ec830d84fca" /><Relationship Type="http://schemas.openxmlformats.org/officeDocument/2006/relationships/notesSlide" Target="/ppt/notesSlides/notesSlide11.xml" Id="R43b831bbea7649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f8d6262e394d5f" /><Relationship Type="http://schemas.openxmlformats.org/officeDocument/2006/relationships/image" Target="/ppt/media/image10.png" Id="Rf2c4541587224c41" /><Relationship Type="http://schemas.openxmlformats.org/officeDocument/2006/relationships/image" Target="/ppt/media/image10.svg" Id="R74af59051c234390" /><Relationship Type="http://schemas.openxmlformats.org/officeDocument/2006/relationships/notesSlide" Target="/ppt/notesSlides/notesSlide12.xml" Id="R5aa9ac53eb794c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febb1a4e44553" /><Relationship Type="http://schemas.openxmlformats.org/officeDocument/2006/relationships/notesSlide" Target="/ppt/notesSlides/notesSlide13.xml" Id="R241737a550bf42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1bb763ee140af" /><Relationship Type="http://schemas.openxmlformats.org/officeDocument/2006/relationships/image" Target="/ppt/media/image11.png" Id="R40563865a06b4027" /><Relationship Type="http://schemas.openxmlformats.org/officeDocument/2006/relationships/image" Target="/ppt/media/image11.svg" Id="Rce91cf9f0f194849" /><Relationship Type="http://schemas.openxmlformats.org/officeDocument/2006/relationships/notesSlide" Target="/ppt/notesSlides/notesSlide14.xml" Id="R64676d6919a64c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c23ea713644b0" /><Relationship Type="http://schemas.openxmlformats.org/officeDocument/2006/relationships/image" Target="/ppt/media/image12.png" Id="R9dac0b426f0e4cbc" /><Relationship Type="http://schemas.openxmlformats.org/officeDocument/2006/relationships/image" Target="/ppt/media/image12.svg" Id="R356b34b92c334dbe" /><Relationship Type="http://schemas.openxmlformats.org/officeDocument/2006/relationships/image" Target="/ppt/media/image13.png" Id="R96293c7518e448b4" /><Relationship Type="http://schemas.openxmlformats.org/officeDocument/2006/relationships/image" Target="/ppt/media/image13.svg" Id="R95be6517359a4c98" /><Relationship Type="http://schemas.openxmlformats.org/officeDocument/2006/relationships/image" Target="/ppt/media/image14.png" Id="Rcc2a4ffcceee4529" /><Relationship Type="http://schemas.openxmlformats.org/officeDocument/2006/relationships/image" Target="/ppt/media/image14.svg" Id="R875272cc6d114d11" /><Relationship Type="http://schemas.openxmlformats.org/officeDocument/2006/relationships/notesSlide" Target="/ppt/notesSlides/notesSlide15.xml" Id="R3e44d3caf66542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a6cc3922a041ae" /><Relationship Type="http://schemas.openxmlformats.org/officeDocument/2006/relationships/notesSlide" Target="/ppt/notesSlides/notesSlide16.xml" Id="Rb02facda06f544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d120d9ff74d6c" /><Relationship Type="http://schemas.openxmlformats.org/officeDocument/2006/relationships/image" Target="/ppt/media/image15.png" Id="Re6ed2ff4d5274e6e" /><Relationship Type="http://schemas.openxmlformats.org/officeDocument/2006/relationships/image" Target="/ppt/media/image15.svg" Id="Rfede405681d54d92" /><Relationship Type="http://schemas.openxmlformats.org/officeDocument/2006/relationships/notesSlide" Target="/ppt/notesSlides/notesSlide17.xml" Id="R611e72ad963a4c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3ed76ebf04c63" /><Relationship Type="http://schemas.openxmlformats.org/officeDocument/2006/relationships/notesSlide" Target="/ppt/notesSlides/notesSlide18.xml" Id="R68ccb943ecfd42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ff51b72eff4468" /><Relationship Type="http://schemas.openxmlformats.org/officeDocument/2006/relationships/chart" Target="/ppt/slides/charts/chart2.xml" Id="R9f454cf9c4f3430d" /><Relationship Type="http://schemas.openxmlformats.org/officeDocument/2006/relationships/notesSlide" Target="/ppt/notesSlides/notesSlide19.xml" Id="Re9552b908f8e40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806dc95264047" /><Relationship Type="http://schemas.openxmlformats.org/officeDocument/2006/relationships/notesSlide" Target="/ppt/notesSlides/notesSlide20.xml" Id="R729b7bc0a84c4cd5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s = t/Tf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0°: arm hangs downward</a:t>
            </a:r>
          </a:p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90°: arm points right</a:t>
            </a:r>
          </a:p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θ and τ: counterclockwise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5619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        L = 0.6 m</a:t>
            </a:r>
          </a:p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 = L/2 = 0.3 m</a:t>
            </a:r>
          </a:p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 = 10 m/s²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2619375"/>
            <a:ext cx="1333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2495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42423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17145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46672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3147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2552700"/>
            <a:ext cx="1857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5925" y="2495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2238" y="2543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171450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765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623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195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481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19375"/>
            <a:ext cx="495300" cy="495300"/>
          </a:xfrm>
          <a:custGeom xmlns:a="http://schemas.openxmlformats.org/drawingml/2006/main"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6B80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8375" y="253365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32575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5" y="46672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0" y="2133600"/>
            <a:ext cx="100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5305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: A stationary 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71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815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</a:t>
            </a: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L/2.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I_COM = mL?/12. About the joint, I_joint = mL?/3.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F3D5D-9F3B-4D52-A02C-8498402B74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a74bcf07c424e">
            <a:extLst>
              <a:ext uri="{96DAC541-7B7A-43D3-8B79-37D633B846F1}">
                <asvg:svgBlip xmlns:asvg="http://schemas.microsoft.com/office/drawing/2016/SVG/main" r:embed="Raefbc81e53f64632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I??: acceleration torque       b??: viscous-friction torque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mgr_c sin ?: gravity torque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I = 0.24 kg?m? and b = 0.1 N?m?s/rad.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? = mgr_c = 6 N?m.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648075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3590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4488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5438" y="3943350"/>
            <a:ext cx="190500" cy="1104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428625" cy="428625"/>
          </a:xfrm>
          <a:custGeom xmlns:a="http://schemas.openxmlformats.org/drawingml/2006/main"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6B8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36290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325" y="269557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4410075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15001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31813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525" y="28479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53816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E4B1D-E706-4697-95AF-6FC1C235DE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51377c26348da">
            <a:extLst>
              <a:ext uri="{96DAC541-7B7A-43D3-8B79-37D633B846F1}">
                <asvg:svgBlip xmlns:asvg="http://schemas.microsoft.com/office/drawing/2016/SVG/main" r:embed="R38ab973a357445d6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: Holding at 30°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71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kg, r꜀ = 0.3 m, g = 10 m/s².</a:t>
            </a:r>
          </a:p>
          <a:p xmlns:a="http://schemas.openxmlformats.org/drawingml/2006/main">
            <a:pPr>
              <a:buNone/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θ = 30°, θ̇ = 0, θ̈ = 0, what holding torque is required?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815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</a:t>
            </a: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answer: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916E2-C507-463D-AA43-C78FD53D1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0359b6564478d">
            <a:extLst>
              <a:ext uri="{96DAC541-7B7A-43D3-8B79-37D633B846F1}">
                <asvg:svgBlip xmlns:asvg="http://schemas.microsoft.com/office/drawing/2016/SVG/main" r:embed="R25967f1a34a6400e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mgr_c + m_p gL.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m_p = 0.5 kg: I_new = 0.24 + 0.18 = 0.42 kg?m?.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? = I_new ?? + b?? + (mgr_c + m_p gL) sin ?.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962275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905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5913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095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8625" y="340042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?_hold = 6 N?m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886325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4829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5913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3200" y="4743450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40100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8625" y="53911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?_hold = 9 N?m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7B7B2-BE8E-4305-A578-782E444313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b196fe8c54015">
            <a:extLst>
              <a:ext uri="{96DAC541-7B7A-43D3-8B79-37D633B846F1}">
                <asvg:svgBlip xmlns:asvg="http://schemas.microsoft.com/office/drawing/2016/SVG/main" r:embed="Rbd6ab92682664e42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41571FE7-7BED-4765-8293-379E5D56911E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6191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f7c0b0078746d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4191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? = T ? 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2638425"/>
            <a:ext cx="1333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7B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514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7175" y="363378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375" y="2571750"/>
            <a:ext cx="2143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514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8738" y="2562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638425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09988"/>
            <a:ext cx="2828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38425"/>
            <a:ext cx="0" cy="1071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384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70998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30384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?h = r_c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2038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34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9975" y="5667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r_c at 90?.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54156-6BD5-4D3D-959A-B95A85013A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0da1a37282417f">
            <a:extLst>
              <a:ext uri="{96DAC541-7B7A-43D3-8B79-37D633B846F1}">
                <asvg:svgBlip xmlns:asvg="http://schemas.microsoft.com/office/drawing/2016/SVG/main" r:embed="R383c0fd1a82f4bc5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C4FD8-6C3A-4838-9DA0-33096B6B4B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46a9b86a840e1">
            <a:extLst>
              <a:ext uri="{96DAC541-7B7A-43D3-8B79-37D633B846F1}">
                <asvg:svgBlip xmlns:asvg="http://schemas.microsoft.com/office/drawing/2016/SVG/main" r:embed="R599b5b6eff154f68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AEB85-FF67-4BFA-B881-0B2B09288D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f7d0f82504351">
            <a:extLst>
              <a:ext uri="{96DAC541-7B7A-43D3-8B79-37D633B846F1}">
                <asvg:svgBlip xmlns:asvg="http://schemas.microsoft.com/office/drawing/2016/SVG/main" r:embed="R4e40c0969fdf4b1d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D9259-8A95-402F-8D75-D5AA0743F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1dafe079d48a4">
            <a:extLst>
              <a:ext uri="{96DAC541-7B7A-43D3-8B79-37D633B846F1}">
                <asvg:svgBlip xmlns:asvg="http://schemas.microsoft.com/office/drawing/2016/SVG/main" r:embed="Rb27af2d549cb48b4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69D0D-A244-4BEB-826B-3CA156E3FD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cf80f7af94fd0">
            <a:extLst>
              <a:ext uri="{96DAC541-7B7A-43D3-8B79-37D633B846F1}">
                <asvg:svgBlip xmlns:asvg="http://schemas.microsoft.com/office/drawing/2016/SVG/main" r:embed="Rebc44ec830d84fca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7F998-0EC0-451B-973A-75EDFEF61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4541587224c41">
            <a:extLst>
              <a:ext uri="{96DAC541-7B7A-43D3-8B79-37D633B846F1}">
                <asvg:svgBlip xmlns:asvg="http://schemas.microsoft.com/office/drawing/2016/SVG/main" r:embed="R74af59051c234390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: The released 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71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 = 0.24 kg m², mgr꜀ = 6 N m.</a:t>
            </a:r>
          </a:p>
          <a:p xmlns:a="http://schemas.openxmlformats.org/drawingml/2006/main">
            <a:pPr>
              <a:buNone/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θ = 30° with θ̇ = 0 and τ = 0. What is the initial acceleration?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rad/s^2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rad/s^2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rad/s^2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815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rad/s^2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</a:t>
            </a: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answer: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θ = 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0BEF2-174A-4363-8ADC-7EE59B08B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63865a06b4027">
            <a:extLst>
              <a:ext uri="{96DAC541-7B7A-43D3-8B79-37D633B846F1}">
                <asvg:svgBlip xmlns:asvg="http://schemas.microsoft.com/office/drawing/2016/SVG/main" r:embed="Rce91cf9f0f194849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?? = 0 to ?_f = ?/2, with zero endpoint velocity.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642AB-18B3-46C5-8592-82763FE41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c0b426f0e4cbc">
            <a:extLst>
              <a:ext uri="{96DAC541-7B7A-43D3-8B79-37D633B846F1}">
                <asvg:svgBlip xmlns:asvg="http://schemas.microsoft.com/office/drawing/2016/SVG/main" r:embed="R356b34b92c334dbe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CB45A-26F1-422B-BE97-E4772B2CF7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93c7518e448b4">
            <a:extLst>
              <a:ext uri="{96DAC541-7B7A-43D3-8B79-37D633B846F1}">
                <asvg:svgBlip xmlns:asvg="http://schemas.microsoft.com/office/drawing/2016/SVG/main" r:embed="R95be6517359a4c98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649F0-36AF-4E71-995F-C167736583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a4ffcceee4529">
            <a:extLst>
              <a:ext uri="{96DAC541-7B7A-43D3-8B79-37D633B846F1}">
                <asvg:svgBlip xmlns:asvg="http://schemas.microsoft.com/office/drawing/2016/SVG/main" r:embed="R875272cc6d114d11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: The same motion in half the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71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 xmlns:a="http://schemas.openxmlformats.org/drawingml/2006/main">
            <a:pPr>
              <a:buNone/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x2, acceleration x2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x2, acceleration x4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x4, acceleration x2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815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</a:t>
            </a: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answer: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1/T_f, and acceleration as 1/T_f?.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908FF-DCF8-447E-AB2A-18029A1263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d2ff4d5274e6e">
            <a:extLst>
              <a:ext uri="{96DAC541-7B7A-43D3-8B79-37D633B846F1}">
                <asvg:svgBlip xmlns:asvg="http://schemas.microsoft.com/office/drawing/2016/SVG/main" r:embed="Rfede405681d54d92"/>
              </a:ext>
            </a:extLst>
          </a:blip>
          <a:stretch xmlns:a="http://schemas.openxmlformats.org/drawingml/2006/main"/>
        </p:blipFill>
        <p:spPr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: Motion time and torque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 Compare 0° to 90° motions in 2 s and 1 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|θ̇|, |θ̈|, inertial torque and total torque.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 m joint torque limit, including the final hold.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9BB5801-E778-4CE6-B284-814D795FB150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454cf9c4f3430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667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 xmlns:a="http://schemas.openxmlformats.org/drawingml/2006/main">
            <a:pPr>
              <a:buNone/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 xmlns:a="http://schemas.openxmlformats.org/drawingml/2006/main">
            <a:pPr>
              <a:buNone/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2026-10-14T02:41:01.4910000Z</dcterms:created>
  <dcterms:modified xsi:type="dcterms:W3CDTF">2026-10-14T02:41:01.4910000Z</dcterms:modified>
</coreProperties>
</file>